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media/image1.png" ContentType="image/png"/>
  <Override PartName="/ppt/media/image2.jpeg" ContentType="image/jpeg"/>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Lst>
  <p:sldIdLst>
    <p:sldId id="256" r:id="rId4"/>
    <p:sldId id="257" r:id="rId5"/>
    <p:sldId id="258" r:id="rId6"/>
    <p:sldId id="259" r:id="rId7"/>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b="0" lang="es-VE"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b="0" lang="es-VE"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b="0" lang="es-VE"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42908600"/>
        <c:axId val="21735001"/>
      </c:barChart>
      <c:catAx>
        <c:axId val="42908600"/>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b="0" lang="es-VE" sz="1000" spc="-1" strike="noStrike">
                <a:solidFill>
                  <a:srgbClr val="000000"/>
                </a:solidFill>
                <a:latin typeface="Arial"/>
              </a:defRPr>
            </a:pPr>
          </a:p>
        </c:txPr>
        <c:crossAx val="21735001"/>
        <c:crosses val="autoZero"/>
        <c:auto val="1"/>
        <c:lblAlgn val="ctr"/>
        <c:lblOffset val="100"/>
        <c:noMultiLvlLbl val="0"/>
      </c:catAx>
      <c:valAx>
        <c:axId val="21735001"/>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b="0" lang="es-VE" sz="1000" spc="-1" strike="noStrike">
                <a:solidFill>
                  <a:srgbClr val="000000"/>
                </a:solidFill>
                <a:latin typeface="Arial"/>
              </a:defRPr>
            </a:pPr>
          </a:p>
        </c:txPr>
        <c:crossAx val="42908600"/>
        <c:crosses val="autoZero"/>
        <c:crossBetween val="between"/>
      </c:valAx>
      <c:spPr>
        <a:noFill/>
        <a:ln w="0">
          <a:solidFill>
            <a:srgbClr val="b3b3b3"/>
          </a:solidFill>
        </a:ln>
      </c:spPr>
    </c:plotArea>
    <c:legend>
      <c:legendPos val="r"/>
      <c:overlay val="0"/>
      <c:spPr>
        <a:noFill/>
        <a:ln w="0">
          <a:noFill/>
        </a:ln>
      </c:spPr>
      <c:txPr>
        <a:bodyPr/>
        <a:lstStyle/>
        <a:p>
          <a:pPr>
            <a:defRPr b="0" lang="es-VE" sz="1000" spc="-1" strike="noStrike">
              <a:solidFill>
                <a:srgbClr val="000000"/>
              </a:solidFill>
              <a:latin typeface="Arial"/>
            </a:defRPr>
          </a:pPr>
        </a:p>
      </c:txPr>
    </c:legend>
    <c:plotVisOnly val="1"/>
    <c:dispBlanksAs val="gap"/>
  </c:chart>
  <c:spPr>
    <a:noFill/>
    <a:ln w="0">
      <a:noFill/>
    </a:ln>
  </c:spPr>
</c:chartSpace>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ítulo1">
    <p:spTree>
      <p:nvGrpSpPr>
        <p:cNvPr id="1" name=""/>
        <p:cNvGrpSpPr/>
        <p:nvPr/>
      </p:nvGrpSpPr>
      <p:grpSpPr>
        <a:xfrm>
          <a:off x="0" y="0"/>
          <a:ext cx="0" cy="0"/>
          <a:chOff x="0" y="0"/>
          <a:chExt cx="0" cy="0"/>
        </a:xfrm>
      </p:grpSpPr>
      <p:sp>
        <p:nvSpPr>
          <p:cNvPr id="11"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s-VE" sz="3600" spc="-1" strike="noStrike">
              <a:solidFill>
                <a:srgbClr val="000000"/>
              </a:solidFill>
              <a:latin typeface="Arial"/>
            </a:endParaRPr>
          </a:p>
        </p:txBody>
      </p:sp>
      <p:sp>
        <p:nvSpPr>
          <p:cNvPr id="12" name="PlaceHolder 2"/>
          <p:cNvSpPr>
            <a:spLocks noGrp="1"/>
          </p:cNvSpPr>
          <p:nvPr>
            <p:ph/>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s-VE" sz="26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911717D-2022-42EE-AE77-C564C12F1E1D}" type="slidenum">
              <a:t>&lt;#&gt;</a:t>
            </a:fld>
          </a:p>
        </p:txBody>
      </p:sp>
      <p:sp>
        <p:nvSpPr>
          <p:cNvPr id="6" name="PlaceHolder 5"/>
          <p:cNvSpPr>
            <a:spLocks noGrp="1"/>
          </p:cNvSpPr>
          <p:nvPr>
            <p:ph type="dt" idx="4"/>
          </p:nvPr>
        </p:nvSpPr>
        <p:spPr/>
        <p:txBody>
          <a:bodyPr/>
          <a:p>
            <a:r>
              <a:rPr lang="es-VE"/>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ítulo1">
    <p:spTree>
      <p:nvGrpSpPr>
        <p:cNvPr id="1" name=""/>
        <p:cNvGrpSpPr/>
        <p:nvPr/>
      </p:nvGrpSpPr>
      <p:grpSpPr>
        <a:xfrm>
          <a:off x="0" y="0"/>
          <a:ext cx="0" cy="0"/>
          <a:chOff x="0" y="0"/>
          <a:chExt cx="0" cy="0"/>
        </a:xfrm>
      </p:grpSpPr>
      <p:sp>
        <p:nvSpPr>
          <p:cNvPr id="13"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s-VE" sz="3600" spc="-1" strike="noStrike">
              <a:solidFill>
                <a:srgbClr val="000000"/>
              </a:solidFill>
              <a:latin typeface="Arial"/>
            </a:endParaRPr>
          </a:p>
        </p:txBody>
      </p:sp>
      <p:sp>
        <p:nvSpPr>
          <p:cNvPr id="14" name="PlaceHolder 2"/>
          <p:cNvSpPr>
            <a:spLocks noGrp="1"/>
          </p:cNvSpPr>
          <p:nvPr>
            <p:ph type="subTitle"/>
          </p:nvPr>
        </p:nvSpPr>
        <p:spPr>
          <a:xfrm>
            <a:off x="502920" y="1800000"/>
            <a:ext cx="9070920" cy="4383000"/>
          </a:xfrm>
          <a:prstGeom prst="rect">
            <a:avLst/>
          </a:prstGeom>
          <a:noFill/>
          <a:ln w="0">
            <a:noFill/>
          </a:ln>
        </p:spPr>
        <p:txBody>
          <a:bodyPr lIns="0" rIns="0" tIns="0" bIns="0" anchor="ctr">
            <a:noAutofit/>
          </a:bodyPr>
          <a:p>
            <a:pPr marL="343080" indent="-34308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s-VE" sz="32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0A0786E-E658-43E8-8869-4BD5A79807A1}" type="slidenum">
              <a:t>&lt;#&gt;</a:t>
            </a:fld>
          </a:p>
        </p:txBody>
      </p:sp>
      <p:sp>
        <p:nvSpPr>
          <p:cNvPr id="6" name="PlaceHolder 5"/>
          <p:cNvSpPr>
            <a:spLocks noGrp="1"/>
          </p:cNvSpPr>
          <p:nvPr>
            <p:ph type="dt" idx="4"/>
          </p:nvPr>
        </p:nvSpPr>
        <p:spPr/>
        <p:txBody>
          <a:bodyPr/>
          <a:p>
            <a:r>
              <a:rPr lang="es-VE"/>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2920" y="301320"/>
            <a:ext cx="9069480" cy="1260360"/>
          </a:xfrm>
          <a:prstGeom prst="rect">
            <a:avLst/>
          </a:prstGeom>
          <a:noFill/>
          <a:ln w="0">
            <a:noFill/>
          </a:ln>
        </p:spPr>
        <p:txBody>
          <a:bodyPr lIns="0" rIns="0" tIns="0" bIns="0" anchor="ctr">
            <a:noAutofit/>
          </a:bodyPr>
          <a:p>
            <a:pPr indent="0" algn="ctr">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4400" spc="-1" strike="noStrike">
                <a:solidFill>
                  <a:srgbClr val="000000"/>
                </a:solidFill>
                <a:latin typeface="Arial"/>
              </a:rPr>
              <a:t>Pulse </a:t>
            </a:r>
            <a:r>
              <a:rPr b="0" lang="es-VE" sz="4400" spc="-1" strike="noStrike">
                <a:solidFill>
                  <a:srgbClr val="000000"/>
                </a:solidFill>
                <a:latin typeface="Arial"/>
              </a:rPr>
              <a:t>para </a:t>
            </a:r>
            <a:r>
              <a:rPr b="0" lang="es-VE" sz="4400" spc="-1" strike="noStrike">
                <a:solidFill>
                  <a:srgbClr val="000000"/>
                </a:solidFill>
                <a:latin typeface="Arial"/>
              </a:rPr>
              <a:t>editar </a:t>
            </a:r>
            <a:r>
              <a:rPr b="0" lang="es-VE" sz="4400" spc="-1" strike="noStrike">
                <a:solidFill>
                  <a:srgbClr val="000000"/>
                </a:solidFill>
                <a:latin typeface="Arial"/>
              </a:rPr>
              <a:t>el </a:t>
            </a:r>
            <a:r>
              <a:rPr b="0" lang="es-VE" sz="4400" spc="-1" strike="noStrike">
                <a:solidFill>
                  <a:srgbClr val="000000"/>
                </a:solidFill>
                <a:latin typeface="Arial"/>
              </a:rPr>
              <a:t>format</a:t>
            </a:r>
            <a:r>
              <a:rPr b="0" lang="es-VE" sz="4400" spc="-1" strike="noStrike">
                <a:solidFill>
                  <a:srgbClr val="000000"/>
                </a:solidFill>
                <a:latin typeface="Arial"/>
              </a:rPr>
              <a:t>o del </a:t>
            </a:r>
            <a:r>
              <a:rPr b="0" lang="es-VE" sz="4400" spc="-1" strike="noStrike">
                <a:solidFill>
                  <a:srgbClr val="000000"/>
                </a:solidFill>
                <a:latin typeface="Arial"/>
              </a:rPr>
              <a:t>texto </a:t>
            </a:r>
            <a:r>
              <a:rPr b="0" lang="es-VE" sz="4400" spc="-1" strike="noStrike">
                <a:solidFill>
                  <a:srgbClr val="000000"/>
                </a:solidFill>
                <a:latin typeface="Arial"/>
              </a:rPr>
              <a:t>de </a:t>
            </a:r>
            <a:r>
              <a:rPr b="0" lang="es-VE" sz="4400" spc="-1" strike="noStrike">
                <a:solidFill>
                  <a:srgbClr val="000000"/>
                </a:solidFill>
                <a:latin typeface="Arial"/>
              </a:rPr>
              <a:t>título</a:t>
            </a:r>
            <a:endParaRPr b="0" lang="es-VE" sz="4400" spc="-1" strike="noStrike">
              <a:solidFill>
                <a:srgbClr val="000000"/>
              </a:solidFill>
              <a:latin typeface="Arial"/>
            </a:endParaRPr>
          </a:p>
        </p:txBody>
      </p:sp>
      <p:sp>
        <p:nvSpPr>
          <p:cNvPr id="1" name="PlaceHolder 2"/>
          <p:cNvSpPr>
            <a:spLocks noGrp="1"/>
          </p:cNvSpPr>
          <p:nvPr>
            <p:ph type="body"/>
          </p:nvPr>
        </p:nvSpPr>
        <p:spPr>
          <a:xfrm>
            <a:off x="502920" y="1768320"/>
            <a:ext cx="9069480" cy="4383360"/>
          </a:xfrm>
          <a:prstGeom prst="rect">
            <a:avLst/>
          </a:prstGeom>
          <a:noFill/>
          <a:ln w="0">
            <a:noFill/>
          </a:ln>
        </p:spPr>
        <p:txBody>
          <a:bodyPr lIns="0" rIns="0" tIns="2412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Pulse para editar el formato de texto del esquema</a:t>
            </a:r>
            <a:endParaRPr b="0" lang="es-VE" sz="3200" spc="-1" strike="noStrike">
              <a:solidFill>
                <a:srgbClr val="000000"/>
              </a:solidFill>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Segundo nivel del esquema</a:t>
            </a:r>
            <a:endParaRPr b="0" lang="es-VE" sz="3200" spc="-1" strike="noStrike">
              <a:solidFill>
                <a:srgbClr val="000000"/>
              </a:solidFill>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Tercer nivel del esquema</a:t>
            </a:r>
            <a:endParaRPr b="0" lang="es-VE" sz="3200" spc="-1" strike="noStrike">
              <a:solidFill>
                <a:srgbClr val="000000"/>
              </a:solidFill>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Cuarto nivel del esquema</a:t>
            </a:r>
            <a:endParaRPr b="0" lang="es-VE" sz="3200" spc="-1" strike="noStrike">
              <a:solidFill>
                <a:srgbClr val="000000"/>
              </a:solidFill>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Quinto nivel del esquema</a:t>
            </a:r>
            <a:endParaRPr b="0" lang="es-VE" sz="3200" spc="-1" strike="noStrike">
              <a:solidFill>
                <a:srgbClr val="000000"/>
              </a:solidFill>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Sexto nivel del esquema</a:t>
            </a:r>
            <a:endParaRPr b="0" lang="es-VE" sz="3200" spc="-1" strike="noStrike">
              <a:solidFill>
                <a:srgbClr val="000000"/>
              </a:solidFill>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200" spc="-1" strike="noStrike">
                <a:solidFill>
                  <a:srgbClr val="000000"/>
                </a:solidFill>
                <a:latin typeface="Arial"/>
              </a:rPr>
              <a:t>Séptimo nivel del esquema</a:t>
            </a:r>
            <a:endParaRPr b="0" lang="es-VE" sz="3200" spc="-1" strike="noStrike">
              <a:solidFill>
                <a:srgbClr val="000000"/>
              </a:solidFill>
              <a:latin typeface="Arial"/>
            </a:endParaRPr>
          </a:p>
        </p:txBody>
      </p:sp>
      <p:sp>
        <p:nvSpPr>
          <p:cNvPr id="2" name="PlaceHolder 3"/>
          <p:cNvSpPr>
            <a:spLocks noGrp="1"/>
          </p:cNvSpPr>
          <p:nvPr>
            <p:ph type="dt" idx="1"/>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&lt;fecha/hora&gt;</a:t>
            </a:r>
            <a:endParaRPr b="0" lang="es-VE" sz="1400" spc="-1" strike="noStrike">
              <a:solidFill>
                <a:srgbClr val="000000"/>
              </a:solidFill>
              <a:latin typeface="Times New Roman"/>
            </a:endParaRPr>
          </a:p>
        </p:txBody>
      </p:sp>
      <p:sp>
        <p:nvSpPr>
          <p:cNvPr id="3" name="PlaceHolder 4"/>
          <p:cNvSpPr>
            <a:spLocks noGrp="1"/>
          </p:cNvSpPr>
          <p:nvPr>
            <p:ph type="ftr" idx="2"/>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&lt;pie de página&gt;</a:t>
            </a:r>
            <a:endParaRPr b="0" lang="es-VE" sz="1400" spc="-1" strike="noStrike">
              <a:solidFill>
                <a:srgbClr val="000000"/>
              </a:solidFill>
              <a:latin typeface="Times New Roman"/>
            </a:endParaRPr>
          </a:p>
        </p:txBody>
      </p:sp>
      <p:sp>
        <p:nvSpPr>
          <p:cNvPr id="4" name="PlaceHolder 5"/>
          <p:cNvSpPr>
            <a:spLocks noGrp="1"/>
          </p:cNvSpPr>
          <p:nvPr>
            <p:ph type="sldNum" idx="3"/>
          </p:nvPr>
        </p:nvSpPr>
        <p:spPr>
          <a:xfrm>
            <a:off x="722772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D654424B-965C-4336-B56D-322021CCC4C5}" type="slidenum">
              <a:rPr b="0" lang="en-US" sz="1400" spc="-1" strike="noStrike">
                <a:solidFill>
                  <a:srgbClr val="000000"/>
                </a:solidFill>
                <a:latin typeface="Times New Roman"/>
                <a:ea typeface="DejaVu Sans"/>
              </a:rPr>
              <a:t>&lt;número&gt;</a:t>
            </a:fld>
            <a:endParaRPr b="0" lang="es-V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 name="" descr=""/>
          <p:cNvPicPr/>
          <p:nvPr/>
        </p:nvPicPr>
        <p:blipFill>
          <a:blip r:embed="rId2"/>
          <a:stretch/>
        </p:blipFill>
        <p:spPr>
          <a:xfrm>
            <a:off x="0" y="0"/>
            <a:ext cx="10078920" cy="7559640"/>
          </a:xfrm>
          <a:prstGeom prst="rect">
            <a:avLst/>
          </a:prstGeom>
          <a:ln w="0">
            <a:noFill/>
          </a:ln>
        </p:spPr>
      </p:pic>
      <p:sp>
        <p:nvSpPr>
          <p:cNvPr id="6" name="PlaceHolder 1"/>
          <p:cNvSpPr>
            <a:spLocks noGrp="1"/>
          </p:cNvSpPr>
          <p:nvPr>
            <p:ph type="title"/>
          </p:nvPr>
        </p:nvSpPr>
        <p:spPr>
          <a:xfrm>
            <a:off x="503280" y="576000"/>
            <a:ext cx="7197840" cy="718920"/>
          </a:xfrm>
          <a:prstGeom prst="rect">
            <a:avLst/>
          </a:prstGeom>
          <a:noFill/>
          <a:ln w="0">
            <a:noFill/>
          </a:ln>
        </p:spPr>
        <p:txBody>
          <a:bodyPr lIns="0" rIns="0" tIns="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3600" spc="-1" strike="noStrike">
                <a:solidFill>
                  <a:srgbClr val="000000"/>
                </a:solidFill>
                <a:latin typeface="Arial"/>
              </a:rPr>
              <a:t>Pulse </a:t>
            </a:r>
            <a:r>
              <a:rPr b="0" lang="es-VE" sz="3600" spc="-1" strike="noStrike">
                <a:solidFill>
                  <a:srgbClr val="000000"/>
                </a:solidFill>
                <a:latin typeface="Arial"/>
              </a:rPr>
              <a:t>para </a:t>
            </a:r>
            <a:r>
              <a:rPr b="0" lang="es-VE" sz="3600" spc="-1" strike="noStrike">
                <a:solidFill>
                  <a:srgbClr val="000000"/>
                </a:solidFill>
                <a:latin typeface="Arial"/>
              </a:rPr>
              <a:t>editar el </a:t>
            </a:r>
            <a:r>
              <a:rPr b="0" lang="es-VE" sz="3600" spc="-1" strike="noStrike">
                <a:solidFill>
                  <a:srgbClr val="000000"/>
                </a:solidFill>
                <a:latin typeface="Arial"/>
              </a:rPr>
              <a:t>formato </a:t>
            </a:r>
            <a:r>
              <a:rPr b="0" lang="es-VE" sz="3600" spc="-1" strike="noStrike">
                <a:solidFill>
                  <a:srgbClr val="000000"/>
                </a:solidFill>
                <a:latin typeface="Arial"/>
              </a:rPr>
              <a:t>del </a:t>
            </a:r>
            <a:r>
              <a:rPr b="0" lang="es-VE" sz="3600" spc="-1" strike="noStrike">
                <a:solidFill>
                  <a:srgbClr val="000000"/>
                </a:solidFill>
                <a:latin typeface="Arial"/>
              </a:rPr>
              <a:t>texto de </a:t>
            </a:r>
            <a:r>
              <a:rPr b="0" lang="es-VE" sz="3600" spc="-1" strike="noStrike">
                <a:solidFill>
                  <a:srgbClr val="000000"/>
                </a:solidFill>
                <a:latin typeface="Arial"/>
              </a:rPr>
              <a:t>título</a:t>
            </a:r>
            <a:endParaRPr b="0" lang="es-VE" sz="3600" spc="-1" strike="noStrike">
              <a:solidFill>
                <a:srgbClr val="000000"/>
              </a:solidFill>
              <a:latin typeface="Arial"/>
            </a:endParaRPr>
          </a:p>
        </p:txBody>
      </p:sp>
      <p:sp>
        <p:nvSpPr>
          <p:cNvPr id="7" name="PlaceHolder 2"/>
          <p:cNvSpPr>
            <a:spLocks noGrp="1"/>
          </p:cNvSpPr>
          <p:nvPr>
            <p:ph type="body"/>
          </p:nvPr>
        </p:nvSpPr>
        <p:spPr>
          <a:xfrm>
            <a:off x="502920" y="1800000"/>
            <a:ext cx="9070920" cy="4383000"/>
          </a:xfrm>
          <a:prstGeom prst="rect">
            <a:avLst/>
          </a:prstGeom>
          <a:noFill/>
          <a:ln w="0">
            <a:noFill/>
          </a:ln>
        </p:spPr>
        <p:txBody>
          <a:bodyPr lIns="0" rIns="0" tIns="19800" bIns="0" anchor="t">
            <a:normAutofit/>
          </a:bodyPr>
          <a:p>
            <a:pPr marL="343080" indent="-343080">
              <a:lnSpc>
                <a:spcPct val="94000"/>
              </a:lnSpc>
              <a:spcAft>
                <a:spcPts val="1426"/>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Pulse para editar el formato de texto del esquema</a:t>
            </a:r>
            <a:endParaRPr b="0" lang="es-VE" sz="2600" spc="-1" strike="noStrike">
              <a:solidFill>
                <a:srgbClr val="000000"/>
              </a:solidFill>
              <a:latin typeface="Arial"/>
            </a:endParaRPr>
          </a:p>
          <a:p>
            <a:pPr lvl="1"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Segundo nivel del esquema</a:t>
            </a:r>
            <a:endParaRPr b="0" lang="es-VE" sz="2600" spc="-1" strike="noStrike">
              <a:solidFill>
                <a:srgbClr val="000000"/>
              </a:solidFill>
              <a:latin typeface="Arial"/>
            </a:endParaRPr>
          </a:p>
          <a:p>
            <a:pPr lvl="2"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Tercer nivel del esquema</a:t>
            </a:r>
            <a:endParaRPr b="0" lang="es-VE" sz="2600" spc="-1" strike="noStrike">
              <a:solidFill>
                <a:srgbClr val="000000"/>
              </a:solidFill>
              <a:latin typeface="Arial"/>
            </a:endParaRPr>
          </a:p>
          <a:p>
            <a:pPr lvl="3"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Cuarto nivel del esquema</a:t>
            </a:r>
            <a:endParaRPr b="0" lang="es-VE" sz="2600" spc="-1" strike="noStrike">
              <a:solidFill>
                <a:srgbClr val="000000"/>
              </a:solidFill>
              <a:latin typeface="Arial"/>
            </a:endParaRPr>
          </a:p>
          <a:p>
            <a:pPr lvl="4"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Quinto nivel del esquema</a:t>
            </a:r>
            <a:endParaRPr b="0" lang="es-VE" sz="2600" spc="-1" strike="noStrike">
              <a:solidFill>
                <a:srgbClr val="000000"/>
              </a:solidFill>
              <a:latin typeface="Arial"/>
            </a:endParaRPr>
          </a:p>
          <a:p>
            <a:pPr lvl="5"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Sexto nivel del esquema</a:t>
            </a:r>
            <a:endParaRPr b="0" lang="es-VE" sz="2600" spc="-1" strike="noStrike">
              <a:solidFill>
                <a:srgbClr val="000000"/>
              </a:solidFill>
              <a:latin typeface="Arial"/>
            </a:endParaRPr>
          </a:p>
          <a:p>
            <a:pPr lvl="6" marL="343080" indent="-343080">
              <a:lnSpc>
                <a:spcPct val="94000"/>
              </a:lnSpc>
              <a:spcAft>
                <a:spcPts val="1426"/>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s-VE" sz="2600" spc="-1" strike="noStrike">
                <a:solidFill>
                  <a:srgbClr val="000000"/>
                </a:solidFill>
                <a:latin typeface="Arial"/>
              </a:rPr>
              <a:t>Séptimo nivel del esquema</a:t>
            </a:r>
            <a:endParaRPr b="0" lang="es-VE" sz="2600" spc="-1" strike="noStrike">
              <a:solidFill>
                <a:srgbClr val="000000"/>
              </a:solidFill>
              <a:latin typeface="Arial"/>
            </a:endParaRPr>
          </a:p>
        </p:txBody>
      </p:sp>
      <p:sp>
        <p:nvSpPr>
          <p:cNvPr id="8" name="PlaceHolder 3"/>
          <p:cNvSpPr>
            <a:spLocks noGrp="1"/>
          </p:cNvSpPr>
          <p:nvPr>
            <p:ph type="dt" idx="4"/>
          </p:nvPr>
        </p:nvSpPr>
        <p:spPr>
          <a:xfrm>
            <a:off x="502920" y="6886440"/>
            <a:ext cx="2346120" cy="519120"/>
          </a:xfrm>
          <a:prstGeom prst="rect">
            <a:avLst/>
          </a:prstGeom>
          <a:noFill/>
          <a:ln w="0">
            <a:noFill/>
          </a:ln>
        </p:spPr>
        <p:txBody>
          <a:bodyPr lIns="0" rIns="0" tIns="0" bIns="0" anchor="t">
            <a:noAutofit/>
          </a:bodyPr>
          <a:lstStyle>
            <a:lvl1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&lt;fecha/hora&gt;</a:t>
            </a:r>
            <a:endParaRPr b="0" lang="es-VE" sz="1400" spc="-1" strike="noStrike">
              <a:solidFill>
                <a:srgbClr val="000000"/>
              </a:solidFill>
              <a:latin typeface="Times New Roman"/>
            </a:endParaRPr>
          </a:p>
        </p:txBody>
      </p:sp>
      <p:sp>
        <p:nvSpPr>
          <p:cNvPr id="9" name="PlaceHolder 4"/>
          <p:cNvSpPr>
            <a:spLocks noGrp="1"/>
          </p:cNvSpPr>
          <p:nvPr>
            <p:ph type="ftr" idx="5"/>
          </p:nvPr>
        </p:nvSpPr>
        <p:spPr>
          <a:xfrm>
            <a:off x="3448080" y="6886440"/>
            <a:ext cx="3193920" cy="519120"/>
          </a:xfrm>
          <a:prstGeom prst="rect">
            <a:avLst/>
          </a:prstGeom>
          <a:noFill/>
          <a:ln w="0">
            <a:noFill/>
          </a:ln>
        </p:spPr>
        <p:txBody>
          <a:bodyPr lIns="0" rIns="0" tIns="0" bIns="0" anchor="t">
            <a:noAutofit/>
          </a:bodyPr>
          <a:lstStyle>
            <a:lvl1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ct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400" spc="-1" strike="noStrike">
                <a:solidFill>
                  <a:srgbClr val="000000"/>
                </a:solidFill>
                <a:latin typeface="Times New Roman"/>
                <a:ea typeface="DejaVu Sans"/>
              </a:rPr>
              <a:t>&lt;pie de página&gt;</a:t>
            </a:r>
            <a:endParaRPr b="0" lang="es-VE" sz="1400" spc="-1" strike="noStrike">
              <a:solidFill>
                <a:srgbClr val="000000"/>
              </a:solidFill>
              <a:latin typeface="Times New Roman"/>
            </a:endParaRPr>
          </a:p>
        </p:txBody>
      </p:sp>
      <p:sp>
        <p:nvSpPr>
          <p:cNvPr id="10" name="PlaceHolder 5"/>
          <p:cNvSpPr>
            <a:spLocks noGrp="1"/>
          </p:cNvSpPr>
          <p:nvPr>
            <p:ph type="sldNum" idx="6"/>
          </p:nvPr>
        </p:nvSpPr>
        <p:spPr>
          <a:xfrm>
            <a:off x="7226280" y="6886440"/>
            <a:ext cx="2346480" cy="519120"/>
          </a:xfrm>
          <a:prstGeom prst="rect">
            <a:avLst/>
          </a:prstGeom>
          <a:noFill/>
          <a:ln w="0">
            <a:noFill/>
          </a:ln>
        </p:spPr>
        <p:txBody>
          <a:bodyPr lIns="0" rIns="0" tIns="0" bIns="0" anchor="t">
            <a:noAutofit/>
          </a:bodyPr>
          <a:lstStyle>
            <a:lvl1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defRPr b="0" lang="en-US" sz="1400" spc="-1" strike="noStrike">
                <a:solidFill>
                  <a:srgbClr val="000000"/>
                </a:solidFill>
                <a:latin typeface="Times New Roman"/>
                <a:ea typeface="DejaVu Sans"/>
              </a:defRPr>
            </a:lvl1pPr>
          </a:lstStyle>
          <a:p>
            <a:pPr indent="0" algn="r">
              <a:lnSpc>
                <a:spcPct val="93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fld id="{2C3CB4AD-BD55-4BE8-910E-94449364E25B}" type="slidenum">
              <a:rPr b="0" lang="en-US" sz="1400" spc="-1" strike="noStrike">
                <a:solidFill>
                  <a:srgbClr val="000000"/>
                </a:solidFill>
                <a:latin typeface="Times New Roman"/>
                <a:ea typeface="DejaVu Sans"/>
              </a:rPr>
              <a:t>&lt;número&gt;</a:t>
            </a:fld>
            <a:endParaRPr b="0" lang="es-VE"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Lorem ipsum</a:t>
            </a:r>
            <a:endParaRPr b="0" lang="es-VE" sz="3600" spc="-1" strike="noStrike">
              <a:solidFill>
                <a:srgbClr val="000000"/>
              </a:solidFill>
              <a:latin typeface="Arial"/>
            </a:endParaRPr>
          </a:p>
        </p:txBody>
      </p:sp>
      <p:sp>
        <p:nvSpPr>
          <p:cNvPr id="16" name="PlaceHolder 2"/>
          <p:cNvSpPr>
            <a:spLocks noGrp="1"/>
          </p:cNvSpPr>
          <p:nvPr>
            <p:ph type="subTitle"/>
          </p:nvPr>
        </p:nvSpPr>
        <p:spPr>
          <a:xfrm>
            <a:off x="502920" y="1800000"/>
            <a:ext cx="9072360" cy="4384440"/>
          </a:xfrm>
          <a:prstGeom prst="rect">
            <a:avLst/>
          </a:prstGeom>
          <a:noFill/>
          <a:ln w="0">
            <a:noFill/>
          </a:ln>
        </p:spPr>
        <p:txBody>
          <a:bodyPr lIns="0" rIns="0" tIns="1152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pc="-1" strike="noStrike">
                <a:solidFill>
                  <a:srgbClr val="000000"/>
                </a:solidFill>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b="0" lang="es-VE"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500" spc="-1" strike="noStrike">
                <a:solidFill>
                  <a:srgbClr val="000000"/>
                </a:solidFill>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b="0" lang="es-VE" sz="1500" spc="-1" strike="noStrike">
              <a:solidFill>
                <a:srgbClr val="000000"/>
              </a:solidFill>
              <a:latin typeface="Arial"/>
            </a:endParaRPr>
          </a:p>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500" spc="-1" strike="noStrike">
              <a:solidFill>
                <a:srgbClr val="000000"/>
              </a:solidFill>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nodeType="clickEffect" fill="hold" presetClass="entr" presetID="1">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nodeType="clickEffect" fill="hold" presetClass="entr" presetID="1">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nodeType="clickEffect" fill="hold" presetClass="entr" presetID="1">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Chart</a:t>
            </a:r>
            <a:endParaRPr b="0" lang="es-VE" sz="3600" spc="-1" strike="noStrike">
              <a:solidFill>
                <a:srgbClr val="000000"/>
              </a:solidFill>
              <a:latin typeface="Arial"/>
            </a:endParaRPr>
          </a:p>
        </p:txBody>
      </p:sp>
      <p:graphicFrame>
        <p:nvGraphicFramePr>
          <p:cNvPr id="18"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nodeType="clickEffect" fill="hold" presetClass="entr" presetID="1">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nodeType="clickEffect" fill="hold" presetClass="entr" presetID="1">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Table</a:t>
            </a:r>
            <a:endParaRPr b="0" lang="es-VE" sz="3600" spc="-1" strike="noStrike">
              <a:solidFill>
                <a:srgbClr val="000000"/>
              </a:solidFill>
              <a:latin typeface="Arial"/>
            </a:endParaRPr>
          </a:p>
        </p:txBody>
      </p:sp>
      <p:graphicFrame>
        <p:nvGraphicFramePr>
          <p:cNvPr id="20"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rPr>
                        <a:t>Column 1</a:t>
                      </a: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2</a:t>
                      </a: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3</a:t>
                      </a: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4</a:t>
                      </a: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1800" spc="-1" strike="noStrike">
                          <a:solidFill>
                            <a:srgbClr val="000000"/>
                          </a:solidFill>
                          <a:latin typeface="Arial"/>
                          <a:ea typeface="DejaVu Sans"/>
                        </a:rPr>
                        <a:t>Column 5</a:t>
                      </a:r>
                      <a:endParaRPr b="0" lang="es-VE" sz="1800" spc="-1" strike="noStrike">
                        <a:solidFill>
                          <a:srgbClr val="000000"/>
                        </a:solidFill>
                        <a:latin typeface="Arial"/>
                      </a:endParaRPr>
                    </a:p>
                    <a:p>
                      <a:pPr>
                        <a:lnSpc>
                          <a:spcPct val="93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tIns="60480" bIns="46800" anchor="t">
                      <a:noAutofit/>
                    </a:bodyPr>
                    <a:p>
                      <a:pPr>
                        <a:lnSpc>
                          <a:spcPct val="94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endParaRPr b="0" lang="es-VE"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nodeType="clickEffect" fill="hold" presetClass="entr" presetID="1">
                                  <p:stCondLst>
                                    <p:cond delay="0"/>
                                  </p:stCondLst>
                                  <p:childTnLst>
                                    <p:set>
                                      <p:cBhvr>
                                        <p:cTn id="3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nodeType="clickEffect" fill="hold" presetClass="entr" presetID="1">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03280" y="576360"/>
            <a:ext cx="7199280" cy="720720"/>
          </a:xfrm>
          <a:prstGeom prst="rect">
            <a:avLst/>
          </a:prstGeom>
          <a:noFill/>
          <a:ln w="0">
            <a:noFill/>
          </a:ln>
        </p:spPr>
        <p:txBody>
          <a:bodyPr lIns="0" rIns="0" tIns="27360" bIns="0" anchor="ctr">
            <a:noAutofit/>
          </a:bodyPr>
          <a:p>
            <a:pPr indent="0">
              <a:lnSpc>
                <a:spcPct val="94000"/>
              </a:lnSpc>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601200"/>
                <a:tab algn="l" pos="10058400"/>
                <a:tab algn="l" pos="10515600"/>
              </a:tabLst>
            </a:pPr>
            <a:r>
              <a:rPr b="0" lang="en-US" sz="3600" spc="-1" strike="noStrike">
                <a:solidFill>
                  <a:srgbClr val="000000"/>
                </a:solidFill>
                <a:latin typeface="Arial"/>
              </a:rPr>
              <a:t>Photo</a:t>
            </a:r>
            <a:endParaRPr b="0" lang="es-VE" sz="3600" spc="-1" strike="noStrike">
              <a:solidFill>
                <a:srgbClr val="000000"/>
              </a:solidFill>
              <a:latin typeface="Arial"/>
            </a:endParaRPr>
          </a:p>
        </p:txBody>
      </p:sp>
      <p:pic>
        <p:nvPicPr>
          <p:cNvPr id="22" name="" descr=""/>
          <p:cNvPicPr/>
          <p:nvPr/>
        </p:nvPicPr>
        <p:blipFill>
          <a:blip r:embed="rId1"/>
          <a:stretch/>
        </p:blipFill>
        <p:spPr>
          <a:xfrm>
            <a:off x="1380960" y="1920960"/>
            <a:ext cx="7123320" cy="4206960"/>
          </a:xfrm>
          <a:prstGeom prst="rect">
            <a:avLst/>
          </a:prstGeom>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nodeType="clickEffect" fill="hold" presetClass="entr" presetID="1">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nodeType="clickEffect" fill="hold" presetClass="entr" presetID="1">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2017-08-10T15:58:16Z</dcterms:created>
  <dc:creator/>
  <dc:description/>
  <dc:language>es-VE</dc:language>
  <cp:lastModifiedBy/>
  <cp:revision>0</cp:revision>
  <dc:subject/>
  <dc:title/>
</cp:coreProperties>
</file>